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 ·  0:00 → 0:15  (15 sec)
DEMO ACTIONS
  · Stand to one side of screen so right-hand rings stay visible
  · Make eye contact, then begin
OPENING LINE
  "Over the next four minutes I'll show you how we use Postman
   to validate the FlowRun IoC Triage API."
TRANSITION → slide 2
  "First — what are we actually testing?"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 ·  0:15 → 1:00  (45 sec)
DEMO ACTIONS
  · Stay still — this is the orienting slide
  · Optional: point to each numbered card as you cover it
KEY POINTS (don't read every word — pick the strongest)
  1. Liveness — service up &amp; responding fast
  2. Contract — response shape validated against live OpenAPI
  3. Behavior — modes stay separated (demo never leaks to live)
  4. Negative paths — errors are structured, not stack traces
ANCHOR FACT
  37 assertions, one collection, five folders.
TRANSITION → slide 3
  "Let me show you what this looks like — but first, three
   quick definitions in case you're new to Postman."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 ·  1:00 → 1:30  (30 sec)
DEMO ACTIONS
  · This is a teaching slide — slow down deliberately
  · If audience is technical, race through glossary in ~10 sec
  · If mixed audience, take the full 20 sec on glossary
  · Do NOT switch to Postman yet — that comes after slide 4
KEY POINTS
  Postman    — desktop app, sends HTTP, checks responses
  Collection — saved group of requests, organized in folders
  Newman     — command-line Postman, runs in CI
TRANSITION → slide 4
  "Before I switch to Postman — one more thing. Let me show
   you when all this actually runs."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 ·  1:30 → 2:30  (60 sec)
DEMO ACTIONS
  · Trace the timeline left-to-right with a pointer or finger
  · Pause briefly after "CI gate" — that's the punchline
  · KEEP THIS SLIDE PROJECTED while you alt-tab to Postman
    next, so the timeline stays visible during the handoff
KEY POINTS (move L → R)
  1. Smoke    — before commit, ~1 sec, ./scripts/postman.sh smoke
  2. Full     — before push,   ~2 sec, ./scripts/postman.sh full
  3. CI gate  — after push,    automatic, blocks broken merges
ANCHOR LINE
  Same Postman collection at every checkpoint. No duplicated tests.
TRANSITION → demo block
  "OK. Now let me switch to Postman and show you what runs."
  (then alt-tab to the Postman app — see the demo kit for beats)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 ·  3:20 → 3:45  (25 sec)
DEMO ACTIONS
  · You just came back from the demo block — settle before speaking
  · Don't read every row! Pick TWO that match your audience:
      Technical room  → rows 1 (drift) + 4 (perf regressions)
      Mixed/exec room → rows 2 (skipped tests) + 5 (error paths)
  · Point to the row, deliver the punchline, move on
ROWS (problem → solution)
  1. Tests drift                → schemas pulled from live API
  2. Slow tests skipped         → smoke ~1 sec, no one skips it
  3. Env changes break tests    → everything is a variable
  4. Perf regressions ship      → response-time budgets fail build
  5. Errors as afterthought     → error responses fully asserted
TRANSITION → slide 6
  "Let me close on what to take away."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 ·  3:45 → 4:00  (15 sec)
DEMO ACTIONS
  · PAUSE for 2 seconds before speaking — let them read the headline
  · Stand still. The slide does the work.
  · After your close, explicitly invite questions — don't trail off
TAKEAWAY SENTENCE (memorize this)
  "Same Postman collection. Three checkpoints. Zero drift."
CTA
  · LEFT  → 3 commands, ~60 sec to try locally
  · RIGHT → 4 files in the repo, browse async
  · Contact: Jeremiah Ross  ·  jr@ross.moda
CLOSING LINE
  "Happy to take any questions."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4152" y="-1371600"/>
            <a:ext cx="5486400" cy="5486400"/>
          </a:xfrm>
          <a:prstGeom prst="ellipse">
            <a:avLst/>
          </a:prstGeom>
          <a:solidFill>
            <a:srgbClr val="0E0E2C"/>
          </a:solidFill>
          <a:ln w="38100">
            <a:solidFill>
              <a:srgbClr val="FF6C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4232" y="-731520"/>
            <a:ext cx="4206240" cy="4206240"/>
          </a:xfrm>
          <a:prstGeom prst="ellipse">
            <a:avLst/>
          </a:prstGeom>
          <a:solidFill>
            <a:srgbClr val="0E0E2C"/>
          </a:solidFill>
          <a:ln w="19050">
            <a:solidFill>
              <a:srgbClr val="FF6C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34472" y="1188720"/>
            <a:ext cx="457200" cy="457200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DEMO  /  4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FlowRun IoC Triage API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 with Postman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 a security API from pre-commit to production.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v0.0.33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VERSION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5989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5989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132320" y="5989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594592" y="5394960"/>
            <a:ext cx="45720" cy="96012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64592" cy="164592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priority order — every assertion in the collection maps to one of these.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983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23160"/>
            <a:ext cx="73152" cy="169164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51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6974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697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5448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is up &amp; fast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554480" y="3611880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45920" y="36301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 &lt; 200ms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97880" y="2423160"/>
            <a:ext cx="4983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97880" y="2423160"/>
            <a:ext cx="73152" cy="169164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651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69748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3720" y="2697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90372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shape is correct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903720" y="3611880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95160" y="36301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AJV vs. live /openapi.json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4480560"/>
            <a:ext cx="4983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8640" y="4480560"/>
            <a:ext cx="73152" cy="169164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8680" y="47091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75488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554480" y="4754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1554480" y="5257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resolve strictly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1554480" y="5669280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645920" y="56875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never leaks to live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897880" y="4480560"/>
            <a:ext cx="4983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897880" y="4480560"/>
            <a:ext cx="73152" cy="169164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17920" y="47091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4754880"/>
            <a:ext cx="502920" cy="5029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903720" y="4754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paths</a:t>
            </a:r>
            <a:endParaRPr lang="en-US" sz="2200" dirty="0"/>
          </a:p>
        </p:txBody>
      </p:sp>
      <p:sp>
        <p:nvSpPr>
          <p:cNvPr id="35" name="Text 29"/>
          <p:cNvSpPr/>
          <p:nvPr/>
        </p:nvSpPr>
        <p:spPr>
          <a:xfrm>
            <a:off x="6903720" y="5257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structured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6903720" y="5669280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995160" y="56875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/ 404 / 503 with codes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548640" y="6400800"/>
            <a:ext cx="146304" cy="146304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FlowRun IoC Triage  /  Postman demo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9811512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/ 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64592" cy="164592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/  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switch to Postman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know — then we'll watch the test suite run.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669280" cy="1143000"/>
          </a:xfrm>
          <a:prstGeom prst="rect">
            <a:avLst/>
          </a:prstGeom>
          <a:solidFill>
            <a:srgbClr val="1F1F3D"/>
          </a:solidFill>
          <a:ln w="12700">
            <a:solidFill>
              <a:srgbClr val="2E2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73152" cy="114300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tool that sends HTTP requests to your API and checks the responses against rules you write.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669280" cy="1143000"/>
          </a:xfrm>
          <a:prstGeom prst="rect">
            <a:avLst/>
          </a:prstGeom>
          <a:solidFill>
            <a:srgbClr val="1F1F3D"/>
          </a:solidFill>
          <a:ln w="12700">
            <a:solidFill>
              <a:srgbClr val="2E2E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94760"/>
            <a:ext cx="73152" cy="114300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31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group of those requests, organized into folders. Think of it as a test suite for your API.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669280" cy="1143000"/>
          </a:xfrm>
          <a:prstGeom prst="rect">
            <a:avLst/>
          </a:prstGeom>
          <a:solidFill>
            <a:srgbClr val="1F1F3D"/>
          </a:solidFill>
          <a:ln w="12700">
            <a:solidFill>
              <a:srgbClr val="2E2E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074920"/>
            <a:ext cx="73152" cy="114300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12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5669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command-line version of Postman. Same collection, runs in CI with no GUI needed.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you're about to see: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2926080"/>
            <a:ext cx="4846320" cy="2834640"/>
          </a:xfrm>
          <a:prstGeom prst="roundRect">
            <a:avLst>
              <a:gd name="adj" fmla="val 2581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67728" y="3127248"/>
            <a:ext cx="146304" cy="14630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14616" y="3127248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1504" y="3127248"/>
            <a:ext cx="146304" cy="14630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newman run postman_collection.json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34290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C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Liveness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3657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service responds OK            · 42ms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886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41148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C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Triage requests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43434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response matches schema         · 88ms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45720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verdict is well-formed          · 88ms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4800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bad input returns clean error  · 71ms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5029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52578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assertions   0 failed   1.24 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5897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check = a rule passed.  37 rules, ~1 second, no failures.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6400800"/>
            <a:ext cx="146304" cy="146304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FlowRun IoC Triage  /  Postman demo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811512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/ 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64592" cy="164592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RUNS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checkpoints on one timeline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Postman collection runs three times as your code moves toward production — getting more thorough each time, and finally blocking bad code from merging.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0360152" cy="54864"/>
          </a:xfrm>
          <a:prstGeom prst="rect">
            <a:avLst/>
          </a:prstGeom>
          <a:solidFill>
            <a:srgbClr val="E5E5EB"/>
          </a:solidFill>
          <a:ln w="12700">
            <a:solidFill>
              <a:srgbClr val="E5E5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045952" y="2907792"/>
            <a:ext cx="274320" cy="274320"/>
          </a:xfrm>
          <a:prstGeom prst="rtTriangle">
            <a:avLst/>
          </a:prstGeom>
          <a:solidFill>
            <a:srgbClr val="E5E5EB"/>
          </a:solidFill>
          <a:ln w="12700">
            <a:solidFill>
              <a:srgbClr val="E5E5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8088" y="2953512"/>
            <a:ext cx="182880" cy="182880"/>
          </a:xfrm>
          <a:prstGeom prst="ellipse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128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6133" y="2953512"/>
            <a:ext cx="182880" cy="182880"/>
          </a:xfrm>
          <a:prstGeom prst="ellipse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3173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74179" y="2953512"/>
            <a:ext cx="182880" cy="182880"/>
          </a:xfrm>
          <a:prstGeom prst="ellipse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1219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482224" y="2953512"/>
            <a:ext cx="182880" cy="182880"/>
          </a:xfrm>
          <a:prstGeom prst="ellipse">
            <a:avLst/>
          </a:prstGeom>
          <a:solidFill>
            <a:srgbClr val="0E0E2C"/>
          </a:solidFill>
          <a:ln w="12700">
            <a:solidFill>
              <a:srgbClr val="0E0E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59264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ship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89834" y="3063240"/>
            <a:ext cx="27432" cy="45720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21254" y="2962656"/>
            <a:ext cx="164592" cy="164592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4790" y="3520440"/>
            <a:ext cx="3017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94790" y="3520440"/>
            <a:ext cx="3017520" cy="73152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1483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1483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Smoke test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14830" y="45262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4830" y="4526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sec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14830" y="493776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0627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C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./scripts/postman.sh smoke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14830" y="5349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+ Examples only. Fast enough to never skip.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97880" y="3063240"/>
            <a:ext cx="27432" cy="45720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29300" y="2962656"/>
            <a:ext cx="164592" cy="164592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2836" y="3520440"/>
            <a:ext cx="3017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02836" y="3520440"/>
            <a:ext cx="3017520" cy="73152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2876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PUSH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22876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Full test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722876" y="45262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2876" y="4526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sec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22876" y="493776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4316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C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./scripts/postman.sh full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22876" y="5349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folder, every assertion. Catches it before the team sees it.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05926" y="3063240"/>
            <a:ext cx="27432" cy="45720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37346" y="2962656"/>
            <a:ext cx="164592" cy="164592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10882" y="3520440"/>
            <a:ext cx="3017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10882" y="3520440"/>
            <a:ext cx="3017520" cy="128016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30922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PUSH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30922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CI gate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7830922" y="45262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30922" y="4526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830922" y="493776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22362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C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.github/workflows/postman.yml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830922" y="5349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the API, runs Newman, blocks the merge if anything fails.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6016752"/>
            <a:ext cx="146304" cy="146304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Postman collection at every checkpoint — no duplicated test code anywhere.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48640" y="6400800"/>
            <a:ext cx="146304" cy="146304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FlowRun IoC Triage  /  Postman demo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811512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/ 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64592" cy="164592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HOLDS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 this approach prevents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a real pitfall most API test suites hit eventually — and the design choice that prevents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91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505456"/>
            <a:ext cx="365760" cy="365760"/>
          </a:xfrm>
          <a:prstGeom prst="ellipse">
            <a:avLst/>
          </a:prstGeom>
          <a:solidFill>
            <a:srgbClr val="F4F4F6"/>
          </a:solidFill>
          <a:ln w="12700">
            <a:solidFill>
              <a:srgbClr val="E5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4323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drift from the code.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7249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schemas slowly fall out of sync with what the API actually returns.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858000" y="2423160"/>
            <a:ext cx="5148072" cy="530352"/>
          </a:xfrm>
          <a:prstGeom prst="rect">
            <a:avLst/>
          </a:prstGeom>
          <a:solidFill>
            <a:srgbClr val="FFF5F0"/>
          </a:solidFill>
          <a:ln w="12700">
            <a:solidFill>
              <a:srgbClr val="FFF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2423160"/>
            <a:ext cx="54864" cy="530352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423160"/>
            <a:ext cx="4873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are pulled from the live API at runtime, so they can't drift.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11091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291840"/>
            <a:ext cx="365760" cy="365760"/>
          </a:xfrm>
          <a:prstGeom prst="ellipse">
            <a:avLst/>
          </a:prstGeom>
          <a:solidFill>
            <a:srgbClr val="F4F4F6"/>
          </a:solidFill>
          <a:ln w="12700">
            <a:solidFill>
              <a:srgbClr val="E5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2186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skip slow tests.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5112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30-second pre-commit hook gets bypassed within a week.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1181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858000" y="3209544"/>
            <a:ext cx="5148072" cy="530352"/>
          </a:xfrm>
          <a:prstGeom prst="rect">
            <a:avLst/>
          </a:prstGeom>
          <a:solidFill>
            <a:srgbClr val="FFF5F0"/>
          </a:solidFill>
          <a:ln w="12700">
            <a:solidFill>
              <a:srgbClr val="FFF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3209544"/>
            <a:ext cx="54864" cy="530352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209544"/>
            <a:ext cx="4873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run finishes in ~1 second — fast enough that no one skips 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04488"/>
            <a:ext cx="11091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078224"/>
            <a:ext cx="365760" cy="365760"/>
          </a:xfrm>
          <a:prstGeom prst="ellipse">
            <a:avLst/>
          </a:prstGeom>
          <a:solidFill>
            <a:srgbClr val="F4F4F6"/>
          </a:solidFill>
          <a:ln w="12700">
            <a:solidFill>
              <a:srgbClr val="E5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40050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break when environments change.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4297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URLs and payloads force a fork for every new environment.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90448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858000" y="3995928"/>
            <a:ext cx="5148072" cy="530352"/>
          </a:xfrm>
          <a:prstGeom prst="rect">
            <a:avLst/>
          </a:prstGeom>
          <a:solidFill>
            <a:srgbClr val="FFF5F0"/>
          </a:solidFill>
          <a:ln w="12700">
            <a:solidFill>
              <a:srgbClr val="FFF5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3995928"/>
            <a:ext cx="54864" cy="530352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95928"/>
            <a:ext cx="4873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URL, expected mode, and thresholds are all variables. One suite, any environment.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690872"/>
            <a:ext cx="11091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240" y="4864608"/>
            <a:ext cx="365760" cy="365760"/>
          </a:xfrm>
          <a:prstGeom prst="ellipse">
            <a:avLst/>
          </a:prstGeom>
          <a:solidFill>
            <a:srgbClr val="F4F4F6"/>
          </a:solidFill>
          <a:ln w="12700">
            <a:solidFill>
              <a:srgbClr val="E5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80160" y="47914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regressions reach production.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80160" y="50840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pass, but the API quietly gets 3× slower over six months.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69087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858000" y="4782312"/>
            <a:ext cx="5148072" cy="530352"/>
          </a:xfrm>
          <a:prstGeom prst="rect">
            <a:avLst/>
          </a:prstGeom>
          <a:solidFill>
            <a:srgbClr val="FFF5F0"/>
          </a:solidFill>
          <a:ln w="12700">
            <a:solidFill>
              <a:srgbClr val="FFF5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4782312"/>
            <a:ext cx="54864" cy="530352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4782312"/>
            <a:ext cx="4873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has a response-time budget. Slow responses fail the build, not the user.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477256"/>
            <a:ext cx="11091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7240" y="5650992"/>
            <a:ext cx="365760" cy="365760"/>
          </a:xfrm>
          <a:prstGeom prst="ellipse">
            <a:avLst/>
          </a:prstGeom>
          <a:solidFill>
            <a:srgbClr val="F4F4F6"/>
          </a:solidFill>
          <a:ln w="12700">
            <a:solidFill>
              <a:srgbClr val="E5E5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650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280160" y="55778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paths are an afterthought.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80160" y="58704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Happy-path tests dominate, and bad inputs return surprise stack traces in production.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547725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6858000" y="5568696"/>
            <a:ext cx="5148072" cy="530352"/>
          </a:xfrm>
          <a:prstGeom prst="rect">
            <a:avLst/>
          </a:prstGeom>
          <a:solidFill>
            <a:srgbClr val="FFF5F0"/>
          </a:solidFill>
          <a:ln w="12700">
            <a:solidFill>
              <a:srgbClr val="FFF5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58000" y="5568696"/>
            <a:ext cx="54864" cy="530352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5568696"/>
            <a:ext cx="4873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responses are tested as carefully as success — codes, shapes, and messages all asserted.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6400800"/>
            <a:ext cx="146304" cy="146304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FlowRun IoC Triage  /  Postman demo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811512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/ 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64592" cy="164592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/ 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to remember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Postman collection. Three checkpoints. Zero drift.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 ·  60 SECONDS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852160" cy="219456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3310128"/>
            <a:ext cx="146304" cy="14630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" y="3310128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43584" y="3310128"/>
            <a:ext cx="146304" cy="14630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703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995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9959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flowrun-streamlet-ioc-triage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28853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2885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C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./scripts/postman.sh smoke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5811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8737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37 assertions   0 failed   1.24 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2697480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320040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50608" y="315468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docs/POSTMAN_DEMO.md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50608" y="341071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runbook with worked scenarios.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749040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50608" y="37033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docs/API.md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150608" y="395935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reference and error codes.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297680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50608" y="425196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postman_collection.json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7150608" y="450799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directly into Postman.</a:t>
            </a:r>
            <a:endParaRPr lang="en-US" sz="10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846320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50608" y="480060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.github/workflows/postman.yml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150608" y="505663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CI gate end-to-end.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8640" y="6099048"/>
            <a:ext cx="146304" cy="146304"/>
          </a:xfrm>
          <a:prstGeom prst="ellipse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22960" y="5989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2286000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Jeremiah Ross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57200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C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jr@ross.moda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9811512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/ 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FlowRun IoC Triage — Postman Demo</dc:title>
  <dc:subject>PptxGenJS Presentation</dc:subject>
  <dc:creator>FlowRun</dc:creator>
  <cp:lastModifiedBy>FlowRun</cp:lastModifiedBy>
  <cp:revision>1</cp:revision>
  <dcterms:created xsi:type="dcterms:W3CDTF">2026-05-20T21:14:15Z</dcterms:created>
  <dcterms:modified xsi:type="dcterms:W3CDTF">2026-05-20T21:14:15Z</dcterms:modified>
</cp:coreProperties>
</file>